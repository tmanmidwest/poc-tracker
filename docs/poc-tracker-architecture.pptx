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POC Tracker —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MCP containers from one image · SQLite · Docker · REST + MCP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647828" cy="548640"/>
          </a:xfrm>
          <a:prstGeom prst="roundRect">
            <a:avLst>
              <a:gd name="adj" fmla="val 11667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647828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users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· session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3628" y="1280160"/>
            <a:ext cx="2647828" cy="548640"/>
          </a:xfrm>
          <a:prstGeom prst="roundRect">
            <a:avLst>
              <a:gd name="adj" fmla="val 11667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3628" y="1280160"/>
            <a:ext cx="2647828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viewers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· invited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0056" y="1280160"/>
            <a:ext cx="2647828" cy="548640"/>
          </a:xfrm>
          <a:prstGeom prst="roundRect">
            <a:avLst>
              <a:gd name="adj" fmla="val 11667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0056" y="1280160"/>
            <a:ext cx="2647828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clients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OAuth2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86484" y="1280160"/>
            <a:ext cx="2647828" cy="548640"/>
          </a:xfrm>
          <a:prstGeom prst="roundRect">
            <a:avLst>
              <a:gd name="adj" fmla="val 11667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86484" y="1280160"/>
            <a:ext cx="2647828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34840" y="1856232"/>
            <a:ext cx="91" cy="146304"/>
          </a:xfrm>
          <a:prstGeom prst="line">
            <a:avLst/>
          </a:prstGeom>
          <a:noFill/>
          <a:ln w="19050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0241280" y="1856232"/>
            <a:ext cx="91" cy="146304"/>
          </a:xfrm>
          <a:prstGeom prst="line">
            <a:avLst/>
          </a:prstGeom>
          <a:noFill/>
          <a:ln w="19050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" y="2011680"/>
            <a:ext cx="7955280" cy="2194560"/>
          </a:xfrm>
          <a:prstGeom prst="roundRect">
            <a:avLst>
              <a:gd name="adj" fmla="val 3750"/>
            </a:avLst>
          </a:prstGeom>
          <a:solidFill>
            <a:srgbClr val="E1F5EE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06654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container — FastAPI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2377440"/>
            <a:ext cx="368046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9FE1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77440"/>
            <a:ext cx="368046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· Jinja2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49140" y="2377440"/>
            <a:ext cx="368046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9FE1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49140" y="2377440"/>
            <a:ext cx="368046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· /api/v1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OAuth2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3017520"/>
            <a:ext cx="75895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9FE1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017520"/>
            <a:ext cx="75895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(business logic)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· invitations · email · tasks · reports · search · AI · audit · backups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3657600"/>
            <a:ext cx="758952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9FE1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65760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— SQLAlchemy 2.0 ORM · Alembic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49640" y="2011680"/>
            <a:ext cx="3184855" cy="2194560"/>
          </a:xfrm>
          <a:prstGeom prst="roundRect">
            <a:avLst>
              <a:gd name="adj" fmla="val 3750"/>
            </a:avLst>
          </a:prstGeom>
          <a:solidFill>
            <a:srgbClr val="E1F5EE"/>
          </a:solidFill>
          <a:ln w="15875">
            <a:solidFill>
              <a:srgbClr val="1D9E75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686800" y="2066544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container (optional)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686800" y="2395728"/>
            <a:ext cx="2907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9FE1C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0" y="2395728"/>
            <a:ext cx="2907792" cy="7863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poct-mcp · port 8011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686800" y="3291840"/>
            <a:ext cx="29077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container, same image. Calls the app's REST API (/api/v1) over the internal network.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2642616"/>
            <a:ext cx="274320" cy="0"/>
          </a:xfrm>
          <a:prstGeom prst="line">
            <a:avLst/>
          </a:prstGeom>
          <a:noFill/>
          <a:ln w="19050">
            <a:solidFill>
              <a:srgbClr val="1D9E75"/>
            </a:solidFill>
            <a:prstDash val="solid"/>
            <a:headEnd type="triangle"/>
          </a:ln>
        </p:spPr>
      </p:sp>
      <p:sp>
        <p:nvSpPr>
          <p:cNvPr id="31" name="Shape 29"/>
          <p:cNvSpPr/>
          <p:nvPr/>
        </p:nvSpPr>
        <p:spPr>
          <a:xfrm>
            <a:off x="4434840" y="4242816"/>
            <a:ext cx="91" cy="146304"/>
          </a:xfrm>
          <a:prstGeom prst="line">
            <a:avLst/>
          </a:prstGeom>
          <a:noFill/>
          <a:ln w="19050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57200" y="4407408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storage — shared Docker volume (mounted by app + MCP)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4663440"/>
            <a:ext cx="3606394" cy="512064"/>
          </a:xfrm>
          <a:prstGeom prst="roundRect">
            <a:avLst>
              <a:gd name="adj" fmla="val 12500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663440"/>
            <a:ext cx="3606394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 · FTS5 search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292194" y="4663440"/>
            <a:ext cx="3606394" cy="512064"/>
          </a:xfrm>
          <a:prstGeom prst="roundRect">
            <a:avLst>
              <a:gd name="adj" fmla="val 12500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92194" y="4663440"/>
            <a:ext cx="3606394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· docs · backups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128102" y="4663440"/>
            <a:ext cx="3606394" cy="512064"/>
          </a:xfrm>
          <a:prstGeom prst="roundRect">
            <a:avLst>
              <a:gd name="adj" fmla="val 12500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28102" y="4663440"/>
            <a:ext cx="3606394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Fernet-encrypted keys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57200" y="5266944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integrations · called by services (outbound)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5522976"/>
            <a:ext cx="2647828" cy="512064"/>
          </a:xfrm>
          <a:prstGeom prst="roundRect">
            <a:avLst>
              <a:gd name="adj" fmla="val 12500"/>
            </a:avLst>
          </a:prstGeom>
          <a:solidFill>
            <a:srgbClr val="FAEEDA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5522976"/>
            <a:ext cx="2647828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server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 email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333628" y="5522976"/>
            <a:ext cx="2647828" cy="512064"/>
          </a:xfrm>
          <a:prstGeom prst="roundRect">
            <a:avLst>
              <a:gd name="adj" fmla="val 12500"/>
            </a:avLst>
          </a:prstGeom>
          <a:solidFill>
            <a:srgbClr val="FAEEDA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33628" y="5522976"/>
            <a:ext cx="2647828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Tasks API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sync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10056" y="5522976"/>
            <a:ext cx="2647828" cy="512064"/>
          </a:xfrm>
          <a:prstGeom prst="roundRect">
            <a:avLst>
              <a:gd name="adj" fmla="val 12500"/>
            </a:avLst>
          </a:prstGeom>
          <a:solidFill>
            <a:srgbClr val="FAEEDA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0056" y="5522976"/>
            <a:ext cx="2647828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providers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Gemini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9086484" y="5522976"/>
            <a:ext cx="2647828" cy="512064"/>
          </a:xfrm>
          <a:prstGeom prst="roundRect">
            <a:avLst>
              <a:gd name="adj" fmla="val 12500"/>
            </a:avLst>
          </a:prstGeom>
          <a:solidFill>
            <a:srgbClr val="FAEEDA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86484" y="5522976"/>
            <a:ext cx="2647828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providers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57200" y="6144768"/>
            <a:ext cx="11277295" cy="402336"/>
          </a:xfrm>
          <a:prstGeom prst="roundRect">
            <a:avLst>
              <a:gd name="adj" fmla="val 15909"/>
            </a:avLst>
          </a:prstGeom>
          <a:solidFill>
            <a:srgbClr val="F5F4F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6144768"/>
            <a:ext cx="11277295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  </a:t>
            </a:r>
            <a:pPr algn="ctr"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(session · bearer · OIDC · MCP tokens)  ·  role-based access (admin / standard / external)  ·  audit log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POC Tracker — data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~34 tables across six domains · SQLAlchemy 2.0 ORM on SQLite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576218" cy="2514600"/>
          </a:xfrm>
          <a:prstGeom prst="roundRect">
            <a:avLst>
              <a:gd name="adj" fmla="val 2545"/>
            </a:avLst>
          </a:prstGeom>
          <a:solidFill>
            <a:srgbClr val="E1F5EE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3576218" cy="2514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&amp; use cases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project_use_cases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use_case_library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library_sets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07738" y="1188720"/>
            <a:ext cx="3576218" cy="2514600"/>
          </a:xfrm>
          <a:prstGeom prst="roundRect">
            <a:avLst>
              <a:gd name="adj" fmla="val 2545"/>
            </a:avLst>
          </a:prstGeom>
          <a:solidFill>
            <a:srgbClr val="E1F5EE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7738" y="1188720"/>
            <a:ext cx="3576218" cy="2514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&amp; tasks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project_notes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note_attachments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task_statuses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task_priorities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task_dashboard_prefs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58277" y="1188720"/>
            <a:ext cx="3576218" cy="2514600"/>
          </a:xfrm>
          <a:prstGeom prst="roundRect">
            <a:avLst>
              <a:gd name="adj" fmla="val 2545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58277" y="1188720"/>
            <a:ext cx="3576218" cy="2514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contacts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contact_roles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977640"/>
            <a:ext cx="3576218" cy="2514600"/>
          </a:xfrm>
          <a:prstGeom prst="roundRect">
            <a:avLst>
              <a:gd name="adj" fmla="val 2545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977640"/>
            <a:ext cx="3576218" cy="2514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&amp; access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app_users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user_invites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project_grants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user_identities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auth_providers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7738" y="3977640"/>
            <a:ext cx="3576218" cy="2514600"/>
          </a:xfrm>
          <a:prstGeom prst="roundRect">
            <a:avLst>
              <a:gd name="adj" fmla="val 2545"/>
            </a:avLst>
          </a:prstGeom>
          <a:solidFill>
            <a:srgbClr val="FAEEDA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07738" y="3977640"/>
            <a:ext cx="3576218" cy="2514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&amp; config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smtp_config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google_tasks_config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ai_providers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user_google_credentials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api_keys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oauth_clients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mcp_gateway_tokens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app_branding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app_config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8277" y="3977640"/>
            <a:ext cx="3576218" cy="2514600"/>
          </a:xfrm>
          <a:prstGeom prst="roundRect">
            <a:avLst>
              <a:gd name="adj" fmla="val 2545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58277" y="3977640"/>
            <a:ext cx="3576218" cy="2514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 &amp; ops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project_statuses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feature_types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use_case_statuses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audit_events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backup_runs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dashboard_prefs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use_case_view_prefs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2026-07-03T15:46:24Z</dcterms:created>
  <dcterms:modified xsi:type="dcterms:W3CDTF">2026-07-03T15:46:24Z</dcterms:modified>
</cp:coreProperties>
</file>