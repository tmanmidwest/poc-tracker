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Tracker —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MCP containers from one image · PostgreSQL · Docker / AWS Fargate · REST + MCP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47828" cy="548640"/>
          </a:xfrm>
          <a:prstGeom prst="roundRect">
            <a:avLst>
              <a:gd name="adj" fmla="val 11667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6478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session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3628" y="1280160"/>
            <a:ext cx="2647828" cy="548640"/>
          </a:xfrm>
          <a:prstGeom prst="roundRect">
            <a:avLst>
              <a:gd name="adj" fmla="val 11667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3628" y="1280160"/>
            <a:ext cx="26478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viewers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invited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0056" y="1280160"/>
            <a:ext cx="2647828" cy="548640"/>
          </a:xfrm>
          <a:prstGeom prst="roundRect">
            <a:avLst>
              <a:gd name="adj" fmla="val 11667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0056" y="1280160"/>
            <a:ext cx="26478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OAuth2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86484" y="1280160"/>
            <a:ext cx="2647828" cy="548640"/>
          </a:xfrm>
          <a:prstGeom prst="roundRect">
            <a:avLst>
              <a:gd name="adj" fmla="val 11667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86484" y="1280160"/>
            <a:ext cx="2647828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856232"/>
            <a:ext cx="91" cy="14630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241280" y="1856232"/>
            <a:ext cx="91" cy="14630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011680"/>
            <a:ext cx="7955280" cy="2194560"/>
          </a:xfrm>
          <a:prstGeom prst="roundRect">
            <a:avLst>
              <a:gd name="adj" fmla="val 3750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0665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container — FastAPI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377440"/>
            <a:ext cx="36804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77440"/>
            <a:ext cx="36804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Jinja2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49140" y="2377440"/>
            <a:ext cx="36804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9140" y="2377440"/>
            <a:ext cx="36804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/api/v1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· OAuth2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520"/>
            <a:ext cx="7589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17520"/>
            <a:ext cx="75895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(business logic)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· invitations · email · tasks · reports · search · AI · logos · audit · backups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7589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57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SQLAlchemy 2.0 ORM · Alembic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2011680"/>
            <a:ext cx="3184855" cy="2194560"/>
          </a:xfrm>
          <a:prstGeom prst="roundRect">
            <a:avLst>
              <a:gd name="adj" fmla="val 3750"/>
            </a:avLst>
          </a:prstGeom>
          <a:solidFill>
            <a:srgbClr val="E1F5EE"/>
          </a:solidFill>
          <a:ln w="15875">
            <a:solidFill>
              <a:srgbClr val="1D9E7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686800" y="20665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container (optional)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0" y="2395728"/>
            <a:ext cx="2907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2395728"/>
            <a:ext cx="2907792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poct-mcp · port 8011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329184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container, same image. Calls the app's REST API (/api/v1) over the internal network.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2642616"/>
            <a:ext cx="27432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4434840" y="4242816"/>
            <a:ext cx="91" cy="14630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440740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 — RDS Postgres + shared file volume (app + MCP)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3606394" cy="512064"/>
          </a:xfrm>
          <a:prstGeom prst="roundRect">
            <a:avLst>
              <a:gd name="adj" fmla="val 12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63440"/>
            <a:ext cx="360639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· tsvector FTS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92194" y="4663440"/>
            <a:ext cx="3606394" cy="512064"/>
          </a:xfrm>
          <a:prstGeom prst="roundRect">
            <a:avLst>
              <a:gd name="adj" fmla="val 12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2194" y="4663440"/>
            <a:ext cx="360639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docs · logos · backups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28102" y="4663440"/>
            <a:ext cx="3606394" cy="512064"/>
          </a:xfrm>
          <a:prstGeom prst="roundRect">
            <a:avLst>
              <a:gd name="adj" fmla="val 12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28102" y="4663440"/>
            <a:ext cx="3606394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Fernet-encrypted keys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526694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 · called by services (outbound)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522976"/>
            <a:ext cx="2647828" cy="512064"/>
          </a:xfrm>
          <a:prstGeom prst="roundRect">
            <a:avLst>
              <a:gd name="adj" fmla="val 125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522976"/>
            <a:ext cx="2647828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email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33628" y="5522976"/>
            <a:ext cx="2647828" cy="512064"/>
          </a:xfrm>
          <a:prstGeom prst="roundRect">
            <a:avLst>
              <a:gd name="adj" fmla="val 125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3628" y="5522976"/>
            <a:ext cx="2647828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sync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0056" y="5522976"/>
            <a:ext cx="2647828" cy="512064"/>
          </a:xfrm>
          <a:prstGeom prst="roundRect">
            <a:avLst>
              <a:gd name="adj" fmla="val 125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0056" y="5522976"/>
            <a:ext cx="2647828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Gemini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086484" y="5522976"/>
            <a:ext cx="2647828" cy="512064"/>
          </a:xfrm>
          <a:prstGeom prst="roundRect">
            <a:avLst>
              <a:gd name="adj" fmla="val 125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86484" y="5522976"/>
            <a:ext cx="2647828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providers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6144768"/>
            <a:ext cx="11277295" cy="402336"/>
          </a:xfrm>
          <a:prstGeom prst="roundRect">
            <a:avLst>
              <a:gd name="adj" fmla="val 15909"/>
            </a:avLst>
          </a:prstGeom>
          <a:solidFill>
            <a:srgbClr val="F5F4F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144768"/>
            <a:ext cx="1127729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 </a:t>
            </a:r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(session · bearer · OIDC · MCP tokens)  ·  role-based access (admin / manager / standard / external)  ·  audit log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Tracker — 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 tables across six domains · SQLAlchemy 2.0 ORM on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76218" cy="2514600"/>
          </a:xfrm>
          <a:prstGeom prst="roundRect">
            <a:avLst>
              <a:gd name="adj" fmla="val 2545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576218" cy="2514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use cases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project_use_cases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use_case_library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library_sets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project_milestones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project_types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project_category_orders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milestone_defaults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poc_templates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poc_template_use_cases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poc_template_tasks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poc_template_milestones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07738" y="1188720"/>
            <a:ext cx="3576218" cy="2514600"/>
          </a:xfrm>
          <a:prstGeom prst="roundRect">
            <a:avLst>
              <a:gd name="adj" fmla="val 2545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7738" y="1188720"/>
            <a:ext cx="3576218" cy="2514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tasks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project_notes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note_attachments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task_statuses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task_priorities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task_dashboard_prefs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8277" y="1188720"/>
            <a:ext cx="3576218" cy="2514600"/>
          </a:xfrm>
          <a:prstGeom prst="roundRect">
            <a:avLst>
              <a:gd name="adj" fmla="val 2545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8277" y="1188720"/>
            <a:ext cx="3576218" cy="2514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contact_roles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3576218" cy="2514600"/>
          </a:xfrm>
          <a:prstGeom prst="roundRect">
            <a:avLst>
              <a:gd name="adj" fmla="val 2545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77640"/>
            <a:ext cx="3576218" cy="2514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app_users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user_invites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project_grants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project_share_links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user_identities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auth_providers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password_reset_tokens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user_regions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role_capabilities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user_roles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7738" y="3977640"/>
            <a:ext cx="3576218" cy="2514600"/>
          </a:xfrm>
          <a:prstGeom prst="roundRect">
            <a:avLst>
              <a:gd name="adj" fmla="val 2545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7738" y="3977640"/>
            <a:ext cx="3576218" cy="2514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config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smtp_config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google_tasks_config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ai_providers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user_google_credentials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oauth_clients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mcp_gateway_tokens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app_branding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app_config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8277" y="3977640"/>
            <a:ext cx="3576218" cy="2514600"/>
          </a:xfrm>
          <a:prstGeom prst="roundRect">
            <a:avLst>
              <a:gd name="adj" fmla="val 2545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8277" y="3977640"/>
            <a:ext cx="3576218" cy="2514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&amp; ops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project_statuses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feature_types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use_case_statuses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close_reasons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feedback_statuses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feedback_comments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saved_reports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audit_events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backup_runs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dashboard_prefs</a:t>
            </a:r>
            <a:endParaRPr lang="en-US" sz="15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use_case_view_prefs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2026-07-03T15:46:24Z</dcterms:created>
  <dcterms:modified xsi:type="dcterms:W3CDTF">2026-07-03T15:46:24Z</dcterms:modified>
</cp:coreProperties>
</file>